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Welcome to PPTX to Video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is an automated slideshow generator.</a:t>
            </a:r>
          </a:p>
          <a:p>
            <a:r>
              <a:t>It converts PowerPoint presentations to video format.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Extract text from slides</a:t>
            </a:r>
          </a:p>
          <a:p>
            <a:r>
              <a:t>Generate voice over with TTS</a:t>
            </a:r>
          </a:p>
          <a:p>
            <a:r>
              <a:t>Combine images and audio</a:t>
            </a:r>
          </a:p>
          <a:p>
            <a:r>
              <a:t>Create final MP4 video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demo shows the power of automation.</a:t>
            </a:r>
          </a:p>
          <a:p>
            <a:r>
              <a:t>Enjoy your automated video presentation!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